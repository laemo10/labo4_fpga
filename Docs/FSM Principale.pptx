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0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13143-57A7-B6E7-6D56-3C552A9834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076255-6E0F-3DC1-7720-533152806F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72D46-9BC9-C459-C52A-C10CFE9CD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FD21D-E9A8-4FF1-A2E4-F6D055D34DB0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40A459-4FEB-DCB9-8D57-0291B4498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B6C70-5D66-6CF1-E584-42321FF23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39F08-C970-42E7-A354-94568C8EA7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20924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6CD49-F291-1860-9A2E-B03886892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BBDF5-4B9A-3814-D370-CD1AA0E72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C5746-90C9-C8CE-61A3-0CAE26047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FD21D-E9A8-4FF1-A2E4-F6D055D34DB0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F50FD0-0594-1C4A-8474-5A4E8FF36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409FB-0DA6-35E7-0B2D-488B881ED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39F08-C970-42E7-A354-94568C8EA7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53679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19B57-0D83-7C19-10A1-0ADC2C41C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B3B58E-12ED-160A-2DD8-2D9BB06A8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EF8C65-1E3F-8E2A-DD4B-C1934F9E3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FD21D-E9A8-4FF1-A2E4-F6D055D34DB0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E0B72-8140-68CC-DB9E-4868E4C80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9D7BE-14A8-069F-2983-DC95C8140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39F08-C970-42E7-A354-94568C8EA7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41601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0ECD7-E126-BA4F-8442-7755D278F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17A14-5423-5750-C7A8-68A3D678FD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3535EA-D196-05B9-EE30-0D7039EC10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7AF9F3-78BB-05F9-D90E-888E2F1D9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FD21D-E9A8-4FF1-A2E4-F6D055D34DB0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A2D62F-6992-9F97-2FEE-FC578CA3C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2B92A2-35AA-1149-F564-F3D3AA743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39F08-C970-42E7-A354-94568C8EA7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75922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309B0-17FC-8ACC-4BF7-975D78703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656404-5266-8BAB-A269-1907D8AA3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C44C2B-DDE2-E178-EF02-28A1BDE2AC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877739-5A1B-60FF-5F1B-83467B0FED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F3596A-A9E4-60CE-F5EC-793E8E7E8D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F473ED-F687-A533-BB36-5B804350A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FD21D-E9A8-4FF1-A2E4-F6D055D34DB0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F40AC5-B0C9-4F54-D5C1-A9E94C599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E2B57A-E5FD-C4FE-2016-489258B1B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39F08-C970-42E7-A354-94568C8EA7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31208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336F6-14F8-6199-2F9C-9CD92B248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C50944-B43F-ED37-6D35-7A4B244C2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FD21D-E9A8-4FF1-A2E4-F6D055D34DB0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D4A314-052C-D5B4-4725-D6543C50F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39F74B-12FD-4307-B48F-A540CC589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39F08-C970-42E7-A354-94568C8EA7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98400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7E13CF-BE1D-6D13-BC72-0EE200A4A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FD21D-E9A8-4FF1-A2E4-F6D055D34DB0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860D39-EC06-0A2D-19B9-F2A2D6C66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8419FA-316A-0474-515A-301E1AA0A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39F08-C970-42E7-A354-94568C8EA7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65488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86255-E348-856E-6D48-076D2A01B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E44ED-D11D-552F-5D2D-1B2C55E5A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DF38E2-230A-D9FE-F331-DFE3A505FA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F59B36-0DEC-FC3D-13F4-9FC6B465C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FD21D-E9A8-4FF1-A2E4-F6D055D34DB0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E4953E-6680-A0A2-CECF-09E99537E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EBF2C0-7EEB-F5AA-C2EF-2BC584F6E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39F08-C970-42E7-A354-94568C8EA7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0442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856B1-98CA-B7E4-A7C2-4AC9D5D2D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F97BE4-915E-53FD-A720-03DAB376D9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11888C-DCA9-110D-DE58-D72543CBF3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44CDFB-5057-BE8C-B79D-4EEAADDCD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FD21D-E9A8-4FF1-A2E4-F6D055D34DB0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8D599-C514-13BA-B5F3-E03775C05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DCF110-D33C-2226-982F-9676EF515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39F08-C970-42E7-A354-94568C8EA7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39571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F7C3F-4785-ACF0-6E40-BDF939511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44823B-4307-B291-C7D7-E742816486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087D2-B37A-E369-B169-EA98D7277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FD21D-E9A8-4FF1-A2E4-F6D055D34DB0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8619A-0503-8E9E-02DD-DCAA3AC91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0040EC-4E86-A0D0-CAEC-F4EBB4DCD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39F08-C970-42E7-A354-94568C8EA7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52029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4F46B7-5B4C-3134-A475-6514A94285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418DD8-D37E-CF76-2EE5-0C761BFBD1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E5752E-4C5B-8B4D-5DE2-5AB4D4DB0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FD21D-E9A8-4FF1-A2E4-F6D055D34DB0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58A08-5CCF-F781-E3C6-99DE53A20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8DBDD3-0225-BADE-9F15-0AE53D4FD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39F08-C970-42E7-A354-94568C8EA7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8125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54C693-8D6E-5A22-E699-10C04431B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8C187-720D-83A6-5A7C-5A9F322FF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9C492-957D-FC17-4A75-955776B169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2FD21D-E9A8-4FF1-A2E4-F6D055D34DB0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AA9A2-DC1C-0E2C-055F-F1CE2DD188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B3913-FFD8-B440-3160-CAF1602B27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D39F08-C970-42E7-A354-94568C8EA7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01488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CB01090-D630-B668-089F-EA3006A3797F}"/>
              </a:ext>
            </a:extLst>
          </p:cNvPr>
          <p:cNvSpPr/>
          <p:nvPr/>
        </p:nvSpPr>
        <p:spPr>
          <a:xfrm>
            <a:off x="4775533" y="1859880"/>
            <a:ext cx="2640931" cy="16122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/>
              <a:t> Positionnement du panneau</a:t>
            </a:r>
            <a:endParaRPr lang="en-CA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989D40-33F6-860C-1123-8B7DE7DBC7B2}"/>
              </a:ext>
            </a:extLst>
          </p:cNvPr>
          <p:cNvSpPr txBox="1"/>
          <p:nvPr/>
        </p:nvSpPr>
        <p:spPr>
          <a:xfrm>
            <a:off x="1069807" y="222584"/>
            <a:ext cx="100523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4800" dirty="0"/>
              <a:t>FSM PRINCIPALE</a:t>
            </a:r>
            <a:endParaRPr lang="en-CA" sz="48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CA620E1-FB1C-C695-9D47-8CBFF3905034}"/>
              </a:ext>
            </a:extLst>
          </p:cNvPr>
          <p:cNvSpPr/>
          <p:nvPr/>
        </p:nvSpPr>
        <p:spPr>
          <a:xfrm>
            <a:off x="2593806" y="4278411"/>
            <a:ext cx="2640931" cy="16122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Algorithme de Matching</a:t>
            </a:r>
            <a:endParaRPr lang="en-CA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3BCE527-93AB-DCBF-88F2-8FFD39BF34E9}"/>
              </a:ext>
            </a:extLst>
          </p:cNvPr>
          <p:cNvSpPr/>
          <p:nvPr/>
        </p:nvSpPr>
        <p:spPr>
          <a:xfrm>
            <a:off x="6812885" y="4278411"/>
            <a:ext cx="2640931" cy="16122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Régulateur de vitesse</a:t>
            </a:r>
            <a:endParaRPr lang="en-CA" dirty="0"/>
          </a:p>
        </p:txBody>
      </p: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126F2E0F-B4E1-47FD-32E0-8BA44409E43A}"/>
              </a:ext>
            </a:extLst>
          </p:cNvPr>
          <p:cNvCxnSpPr>
            <a:stCxn id="4" idx="1"/>
            <a:endCxn id="6" idx="0"/>
          </p:cNvCxnSpPr>
          <p:nvPr/>
        </p:nvCxnSpPr>
        <p:spPr>
          <a:xfrm rot="10800000" flipV="1">
            <a:off x="3914273" y="2665995"/>
            <a:ext cx="861261" cy="1612415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B57A7807-1D32-AB9E-5D80-464331A4ACEC}"/>
              </a:ext>
            </a:extLst>
          </p:cNvPr>
          <p:cNvCxnSpPr>
            <a:stCxn id="7" idx="0"/>
            <a:endCxn id="4" idx="3"/>
          </p:cNvCxnSpPr>
          <p:nvPr/>
        </p:nvCxnSpPr>
        <p:spPr>
          <a:xfrm rot="16200000" flipV="1">
            <a:off x="6968701" y="3113760"/>
            <a:ext cx="1612415" cy="716887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8668FF3-EAF5-053C-BE7B-388F3115C43F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234737" y="5084527"/>
            <a:ext cx="15781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0967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A746894-0F4F-AF1C-390A-83E3245AD01B}"/>
              </a:ext>
            </a:extLst>
          </p:cNvPr>
          <p:cNvSpPr/>
          <p:nvPr/>
        </p:nvSpPr>
        <p:spPr>
          <a:xfrm>
            <a:off x="684796" y="632659"/>
            <a:ext cx="2640931" cy="16122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/>
              <a:t> Positionnement du panneau</a:t>
            </a:r>
            <a:endParaRPr lang="en-CA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06984F-FC74-944A-A92E-DF6A6990C3F4}"/>
              </a:ext>
            </a:extLst>
          </p:cNvPr>
          <p:cNvSpPr txBox="1"/>
          <p:nvPr/>
        </p:nvSpPr>
        <p:spPr>
          <a:xfrm>
            <a:off x="4516854" y="263327"/>
            <a:ext cx="28464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2400" dirty="0"/>
              <a:t>Input </a:t>
            </a:r>
            <a:endParaRPr lang="en-CA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1D7013-3809-78E4-18FE-6635E261D57A}"/>
              </a:ext>
            </a:extLst>
          </p:cNvPr>
          <p:cNvSpPr txBox="1"/>
          <p:nvPr/>
        </p:nvSpPr>
        <p:spPr>
          <a:xfrm>
            <a:off x="8614611" y="216202"/>
            <a:ext cx="28464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2400" dirty="0"/>
              <a:t>Output</a:t>
            </a:r>
            <a:r>
              <a:rPr lang="fr-CA" dirty="0"/>
              <a:t> </a:t>
            </a:r>
            <a:endParaRPr lang="en-C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829B85-0052-4625-859B-0555D0178001}"/>
              </a:ext>
            </a:extLst>
          </p:cNvPr>
          <p:cNvSpPr txBox="1"/>
          <p:nvPr/>
        </p:nvSpPr>
        <p:spPr>
          <a:xfrm>
            <a:off x="4560970" y="884959"/>
            <a:ext cx="28464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CA" dirty="0"/>
              <a:t>HDMI (23 </a:t>
            </a:r>
            <a:r>
              <a:rPr lang="fr-CA" dirty="0" err="1"/>
              <a:t>downto</a:t>
            </a:r>
            <a:r>
              <a:rPr lang="fr-CA" dirty="0"/>
              <a:t> 0)</a:t>
            </a:r>
          </a:p>
          <a:p>
            <a:pPr marL="285750" indent="-285750">
              <a:buFontTx/>
              <a:buChar char="-"/>
            </a:pPr>
            <a:r>
              <a:rPr lang="fr-CA" dirty="0" err="1"/>
              <a:t>pHSync</a:t>
            </a:r>
            <a:endParaRPr lang="fr-CA" dirty="0"/>
          </a:p>
          <a:p>
            <a:pPr marL="285750" indent="-285750">
              <a:buFontTx/>
              <a:buChar char="-"/>
            </a:pPr>
            <a:r>
              <a:rPr lang="fr-CA" dirty="0" err="1"/>
              <a:t>pVSync</a:t>
            </a:r>
            <a:r>
              <a:rPr lang="fr-CA" dirty="0"/>
              <a:t> </a:t>
            </a:r>
          </a:p>
          <a:p>
            <a:pPr marL="285750" indent="-285750">
              <a:buFontTx/>
              <a:buChar char="-"/>
            </a:pPr>
            <a:r>
              <a:rPr lang="fr-CA" dirty="0" err="1"/>
              <a:t>pVDE</a:t>
            </a:r>
            <a:endParaRPr lang="en-C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2C7CFE-72E5-C7B9-0AB2-BD0EA00E3577}"/>
              </a:ext>
            </a:extLst>
          </p:cNvPr>
          <p:cNvSpPr txBox="1"/>
          <p:nvPr/>
        </p:nvSpPr>
        <p:spPr>
          <a:xfrm>
            <a:off x="8642685" y="912847"/>
            <a:ext cx="28464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CA" dirty="0"/>
              <a:t>Ligne du centre</a:t>
            </a:r>
          </a:p>
          <a:p>
            <a:pPr marL="285750" indent="-285750">
              <a:buFontTx/>
              <a:buChar char="-"/>
            </a:pPr>
            <a:r>
              <a:rPr lang="fr-CA" dirty="0"/>
              <a:t>Colonne du centre</a:t>
            </a:r>
          </a:p>
          <a:p>
            <a:pPr marL="285750" indent="-285750">
              <a:buFontTx/>
              <a:buChar char="-"/>
            </a:pPr>
            <a:r>
              <a:rPr lang="fr-CA" dirty="0"/>
              <a:t>Longueur du centre</a:t>
            </a:r>
          </a:p>
          <a:p>
            <a:pPr marL="285750" indent="-285750">
              <a:buFontTx/>
              <a:buChar char="-"/>
            </a:pPr>
            <a:r>
              <a:rPr lang="fr-CA" dirty="0"/>
              <a:t>Largeur du centre </a:t>
            </a:r>
          </a:p>
        </p:txBody>
      </p:sp>
      <p:pic>
        <p:nvPicPr>
          <p:cNvPr id="15" name="Picture 14" descr="A white board with writing on it&#10;&#10;AI-generated content may be incorrect.">
            <a:extLst>
              <a:ext uri="{FF2B5EF4-FFF2-40B4-BE49-F238E27FC236}">
                <a16:creationId xmlns:a16="http://schemas.microsoft.com/office/drawing/2014/main" id="{AC248647-1230-83FC-6C7A-9BCADEF4CE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665" y="2637787"/>
            <a:ext cx="5195637" cy="389672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B6EA28E-5343-D3C3-B836-82E01C03C858}"/>
              </a:ext>
            </a:extLst>
          </p:cNvPr>
          <p:cNvSpPr txBox="1"/>
          <p:nvPr/>
        </p:nvSpPr>
        <p:spPr>
          <a:xfrm>
            <a:off x="246647" y="3110719"/>
            <a:ext cx="584935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CA" dirty="0"/>
              <a:t>Buffer un ligne de l’image</a:t>
            </a:r>
          </a:p>
          <a:p>
            <a:pPr marL="285750" indent="-285750">
              <a:buFontTx/>
              <a:buChar char="-"/>
            </a:pPr>
            <a:r>
              <a:rPr lang="fr-CA" dirty="0"/>
              <a:t>Appliquer un filtre sur la ligne de manière réduire le bruit</a:t>
            </a:r>
          </a:p>
          <a:p>
            <a:pPr marL="285750" indent="-285750">
              <a:buFontTx/>
              <a:buChar char="-"/>
            </a:pPr>
            <a:r>
              <a:rPr lang="fr-CA" dirty="0"/>
              <a:t>Identifier si la ligne est une ligne cible</a:t>
            </a:r>
          </a:p>
          <a:p>
            <a:pPr marL="742950" lvl="1" indent="-285750">
              <a:buFontTx/>
              <a:buChar char="-"/>
            </a:pPr>
            <a:r>
              <a:rPr lang="fr-CA" dirty="0"/>
              <a:t>Une ligne cible contient un arrangement [B,N,B,N,B] où x_3 est plus grand que les autres distances combiné </a:t>
            </a:r>
          </a:p>
          <a:p>
            <a:pPr marL="285750" indent="-285750">
              <a:buFontTx/>
              <a:buChar char="-"/>
            </a:pPr>
            <a:r>
              <a:rPr lang="fr-CA" dirty="0"/>
              <a:t>Si oui, sauvegarder la position en (</a:t>
            </a:r>
            <a:r>
              <a:rPr lang="fr-CA" dirty="0" err="1"/>
              <a:t>i,j</a:t>
            </a:r>
            <a:r>
              <a:rPr lang="fr-CA" dirty="0"/>
              <a:t>) de la ligne</a:t>
            </a:r>
          </a:p>
          <a:p>
            <a:pPr marL="285750" indent="-285750">
              <a:buFontTx/>
              <a:buChar char="-"/>
            </a:pPr>
            <a:r>
              <a:rPr lang="fr-CA" dirty="0"/>
              <a:t>Après une frame complète, déterminer à l’aide de moyenne et écart-type le centre du peau et sa taille.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41633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A746894-0F4F-AF1C-390A-83E3245AD01B}"/>
              </a:ext>
            </a:extLst>
          </p:cNvPr>
          <p:cNvSpPr/>
          <p:nvPr/>
        </p:nvSpPr>
        <p:spPr>
          <a:xfrm>
            <a:off x="684796" y="632659"/>
            <a:ext cx="2640931" cy="16122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/>
              <a:t>Algorithme de Matching</a:t>
            </a:r>
            <a:endParaRPr lang="en-CA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06984F-FC74-944A-A92E-DF6A6990C3F4}"/>
              </a:ext>
            </a:extLst>
          </p:cNvPr>
          <p:cNvSpPr txBox="1"/>
          <p:nvPr/>
        </p:nvSpPr>
        <p:spPr>
          <a:xfrm>
            <a:off x="4516854" y="263327"/>
            <a:ext cx="28464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2400" dirty="0"/>
              <a:t>Input </a:t>
            </a:r>
            <a:endParaRPr lang="en-CA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1D7013-3809-78E4-18FE-6635E261D57A}"/>
              </a:ext>
            </a:extLst>
          </p:cNvPr>
          <p:cNvSpPr txBox="1"/>
          <p:nvPr/>
        </p:nvSpPr>
        <p:spPr>
          <a:xfrm>
            <a:off x="8614611" y="216202"/>
            <a:ext cx="28464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2400" dirty="0"/>
              <a:t>Output</a:t>
            </a:r>
            <a:r>
              <a:rPr lang="fr-CA" dirty="0"/>
              <a:t> </a:t>
            </a:r>
            <a:endParaRPr lang="en-C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2C7CFE-72E5-C7B9-0AB2-BD0EA00E3577}"/>
              </a:ext>
            </a:extLst>
          </p:cNvPr>
          <p:cNvSpPr txBox="1"/>
          <p:nvPr/>
        </p:nvSpPr>
        <p:spPr>
          <a:xfrm>
            <a:off x="4822659" y="786515"/>
            <a:ext cx="28464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CA" dirty="0"/>
              <a:t>Ligne du centre</a:t>
            </a:r>
          </a:p>
          <a:p>
            <a:pPr marL="285750" indent="-285750">
              <a:buFontTx/>
              <a:buChar char="-"/>
            </a:pPr>
            <a:r>
              <a:rPr lang="fr-CA" dirty="0"/>
              <a:t>Colonne du centre</a:t>
            </a:r>
          </a:p>
          <a:p>
            <a:pPr marL="285750" indent="-285750">
              <a:buFontTx/>
              <a:buChar char="-"/>
            </a:pPr>
            <a:r>
              <a:rPr lang="fr-CA" dirty="0"/>
              <a:t>Longueur du centre</a:t>
            </a:r>
          </a:p>
          <a:p>
            <a:pPr marL="285750" indent="-285750">
              <a:buFontTx/>
              <a:buChar char="-"/>
            </a:pPr>
            <a:r>
              <a:rPr lang="fr-CA" dirty="0"/>
              <a:t>Largeur du centre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7B2B3F-69FE-018A-0365-39B5F2146410}"/>
              </a:ext>
            </a:extLst>
          </p:cNvPr>
          <p:cNvSpPr txBox="1"/>
          <p:nvPr/>
        </p:nvSpPr>
        <p:spPr>
          <a:xfrm>
            <a:off x="8866275" y="786514"/>
            <a:ext cx="28464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CA" dirty="0"/>
              <a:t>90</a:t>
            </a:r>
          </a:p>
          <a:p>
            <a:pPr marL="285750" indent="-285750">
              <a:buFontTx/>
              <a:buChar char="-"/>
            </a:pPr>
            <a:r>
              <a:rPr lang="fr-CA" dirty="0"/>
              <a:t>70</a:t>
            </a:r>
          </a:p>
          <a:p>
            <a:pPr marL="285750" indent="-285750">
              <a:buFontTx/>
              <a:buChar char="-"/>
            </a:pPr>
            <a:r>
              <a:rPr lang="fr-CA" dirty="0"/>
              <a:t>50</a:t>
            </a:r>
          </a:p>
          <a:p>
            <a:pPr marL="285750" indent="-285750">
              <a:buFontTx/>
              <a:buChar char="-"/>
            </a:pPr>
            <a:r>
              <a:rPr lang="fr-CA" dirty="0"/>
              <a:t>30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48785F-B35E-A08D-1E1D-4479B9B743B7}"/>
              </a:ext>
            </a:extLst>
          </p:cNvPr>
          <p:cNvSpPr txBox="1"/>
          <p:nvPr/>
        </p:nvSpPr>
        <p:spPr>
          <a:xfrm>
            <a:off x="1666373" y="3753853"/>
            <a:ext cx="92583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CA" dirty="0"/>
              <a:t>Enregistrer le nombre inscrit sur le panneau dans un buffer.</a:t>
            </a:r>
          </a:p>
          <a:p>
            <a:pPr marL="285750" indent="-285750">
              <a:buFontTx/>
              <a:buChar char="-"/>
            </a:pPr>
            <a:r>
              <a:rPr lang="fr-CA" dirty="0"/>
              <a:t>En même temps, réduire la dimension du buffer de manière à ce quelle correspondent aux constantes.</a:t>
            </a:r>
          </a:p>
          <a:p>
            <a:pPr marL="285750" indent="-285750">
              <a:buFontTx/>
              <a:buChar char="-"/>
            </a:pPr>
            <a:r>
              <a:rPr lang="fr-CA" dirty="0"/>
              <a:t>Comparer le buffer des valeurs constantes avec celui enregistrer</a:t>
            </a:r>
          </a:p>
          <a:p>
            <a:pPr marL="285750" indent="-285750">
              <a:buFontTx/>
              <a:buChar char="-"/>
            </a:pPr>
            <a:r>
              <a:rPr lang="fr-CA" dirty="0"/>
              <a:t>Élire la vitesse possédant le plus de similarité.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896790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195</Words>
  <Application>Microsoft Office PowerPoint</Application>
  <PresentationFormat>Widescreen</PresentationFormat>
  <Paragraphs>36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Laurent Emond</dc:creator>
  <cp:lastModifiedBy>Laurent Emond</cp:lastModifiedBy>
  <cp:revision>1</cp:revision>
  <dcterms:created xsi:type="dcterms:W3CDTF">2025-11-21T03:14:28Z</dcterms:created>
  <dcterms:modified xsi:type="dcterms:W3CDTF">2025-11-21T03:48:45Z</dcterms:modified>
</cp:coreProperties>
</file>