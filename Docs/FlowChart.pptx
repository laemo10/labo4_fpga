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2DC53-C7A3-E2E5-A602-3C1507A0A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12E23-BD74-020D-CEDD-EDFABF1B9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BE75D-9DBA-AD4F-C200-E0614EDE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461B8-D4CD-431D-82B0-D9E6C6AE271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E4A36-9159-70AA-217F-5296F9F79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EFB4F-8A21-75ED-499B-B6620664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1B8-AC2B-4DDC-B055-3BD87209CD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2056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F9FE1-61D1-4C45-92F3-BF9F1043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7053B-3C95-B112-880B-C4CAA7797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5D760-272A-CB3C-537F-4D16C9507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461B8-D4CD-431D-82B0-D9E6C6AE271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3C2CF-1841-B71D-33E5-87798A31D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9F989-6EA0-232F-B96D-FDE0F0778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1B8-AC2B-4DDC-B055-3BD87209CD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126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5233-737C-5B92-9C40-6349EE694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4C096-DCB3-390B-C953-7FC68CF7E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C833A-00C0-697F-F27B-E14A5BD0F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461B8-D4CD-431D-82B0-D9E6C6AE271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CE04D-0CBC-8F0A-E863-5957DAD2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3419-4932-7D4F-971F-0F3142F4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1B8-AC2B-4DDC-B055-3BD87209CD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2289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74C4-203C-FAC9-43FD-D6A4B766C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B411E-0178-37A7-3847-8A96D3BCD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2E583-3B0A-BE84-DED0-5A89F5216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B5DD6-75D3-EE59-0451-6392CCE8D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461B8-D4CD-431D-82B0-D9E6C6AE271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BBCD9-074D-6A3C-F063-99029648D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D11F9-EFE8-EB21-3283-23F9C90E4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1B8-AC2B-4DDC-B055-3BD87209CD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249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9A45-003A-F484-669A-07E3C55F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D7E3D-385C-DCB7-1E07-26AA1968A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EC12E-25BC-7FCD-CF35-A926F0A38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BFC42-6DEB-E5E3-D0AC-20E76A902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6B0233-4DC3-C948-0429-4895477093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F3B05-19FC-EB1A-F784-533C54F2B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461B8-D4CD-431D-82B0-D9E6C6AE271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CBA6F6-B975-04B5-8197-8EBC28F63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C1536F-7B95-D862-1759-E13FE77FD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1B8-AC2B-4DDC-B055-3BD87209CD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4812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4E8E-BC09-DD9A-2525-A5FDA00E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8B21E7-0C8D-DDD6-5976-98A318E7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461B8-D4CD-431D-82B0-D9E6C6AE271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2127E-1448-1A9A-6823-21A61425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D60CC-B750-37F0-00C2-AD4008EE3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1B8-AC2B-4DDC-B055-3BD87209CD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33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C0D8E-9B1D-87CC-EB1B-2EFCDC78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461B8-D4CD-431D-82B0-D9E6C6AE271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0E0A7D-4190-6A45-AC51-C70A64877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7B26-1589-44AD-5F6E-0AFA72E5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1B8-AC2B-4DDC-B055-3BD87209CD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898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7A6CF-CD7A-BEB7-54C4-223379C70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FC72E-FEE3-37A0-8009-5C0FE6BAF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8C4D7-7E3F-C50E-8BB2-D4E1D345F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9748B-C8DA-2430-AB9F-F076DE097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461B8-D4CD-431D-82B0-D9E6C6AE271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7A7F5-2EAD-2146-43C6-F5479B14C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5DCA3-9566-5168-EB98-C0BA02DC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1B8-AC2B-4DDC-B055-3BD87209CD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06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D3351-5B2A-8967-4F65-29434A76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1CF42-B7A4-F1B2-354D-7083DFF0D1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D2AFB-339B-336A-A01B-E429050A8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1F8BB-D7C2-A666-22FB-0825C143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461B8-D4CD-431D-82B0-D9E6C6AE271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D2815-EF08-EE38-7250-9D6F1C3C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3F67F-732C-4D82-7B0F-EE2EBC18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1B8-AC2B-4DDC-B055-3BD87209CD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941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E053-B19E-2401-18A9-8566E63C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98928-5A7B-2A53-2D88-46EFA7EB8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1C941-0A84-30C7-8E3A-A246A97E6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461B8-D4CD-431D-82B0-D9E6C6AE271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14C48-2019-9EC0-D405-8A73A0D8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3B7C7-68AD-7C00-E240-7DC73F3E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1B8-AC2B-4DDC-B055-3BD87209CD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362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3A8134-05D1-2EF2-E737-4DFCEF240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04E69-5791-3D33-9899-987B961EF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3D9DB-4C90-9CE1-D581-803FDE64C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461B8-D4CD-431D-82B0-D9E6C6AE271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8BE81-1329-8696-B5F7-8A28DF19E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8430E-8232-C5FB-71F3-1041FF1D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1B8-AC2B-4DDC-B055-3BD87209CD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9123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48F78-E23D-21C6-A0E1-20AEDDAA4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3C1B8-E923-56B9-4697-E7B4DDBC6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11161-3FE2-2A21-3FF2-828976C1C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461B8-D4CD-431D-82B0-D9E6C6AE2715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BD30D-ED75-BC4F-E984-23AF91460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F5079-0165-3AC1-35AD-56A6E5554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961B8-AC2B-4DDC-B055-3BD87209CD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508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41CE75-DE81-1CA5-8AFE-806D0565A740}"/>
              </a:ext>
            </a:extLst>
          </p:cNvPr>
          <p:cNvSpPr/>
          <p:nvPr/>
        </p:nvSpPr>
        <p:spPr>
          <a:xfrm>
            <a:off x="673768" y="1010652"/>
            <a:ext cx="1919037" cy="11369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b="1" dirty="0"/>
              <a:t>HDMI -&gt; RGB</a:t>
            </a:r>
            <a:endParaRPr lang="en-CA" sz="12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4B93D9-865C-53F2-9025-92C78CD4E148}"/>
              </a:ext>
            </a:extLst>
          </p:cNvPr>
          <p:cNvSpPr/>
          <p:nvPr/>
        </p:nvSpPr>
        <p:spPr>
          <a:xfrm>
            <a:off x="3244516" y="1010652"/>
            <a:ext cx="1919037" cy="11369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Filtering</a:t>
            </a:r>
            <a:r>
              <a:rPr lang="fr-CA" sz="1200" dirty="0"/>
              <a:t> and </a:t>
            </a:r>
            <a:r>
              <a:rPr lang="fr-CA" sz="1200" dirty="0" err="1"/>
              <a:t>processing</a:t>
            </a:r>
            <a:r>
              <a:rPr lang="fr-CA" sz="1200" dirty="0"/>
              <a:t> </a:t>
            </a:r>
            <a:endParaRPr lang="en-CA" sz="1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6AC4FE-6583-F8C9-41ED-266E5EBAF9EA}"/>
              </a:ext>
            </a:extLst>
          </p:cNvPr>
          <p:cNvSpPr/>
          <p:nvPr/>
        </p:nvSpPr>
        <p:spPr>
          <a:xfrm>
            <a:off x="5899484" y="1010652"/>
            <a:ext cx="1919037" cy="11369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/>
              <a:t>Détection de panneau de vitesse. Identification de la zone à traiter</a:t>
            </a:r>
            <a:endParaRPr lang="en-CA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50A9E28-9F91-E0F5-6C32-F90A9D5A16E1}"/>
              </a:ext>
            </a:extLst>
          </p:cNvPr>
          <p:cNvSpPr/>
          <p:nvPr/>
        </p:nvSpPr>
        <p:spPr>
          <a:xfrm>
            <a:off x="8554452" y="1010652"/>
            <a:ext cx="1919037" cy="11369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/>
              <a:t>Détection de la vitesse</a:t>
            </a:r>
            <a:endParaRPr lang="en-CA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070726-5301-AF9B-F70F-91957A4E3158}"/>
              </a:ext>
            </a:extLst>
          </p:cNvPr>
          <p:cNvSpPr/>
          <p:nvPr/>
        </p:nvSpPr>
        <p:spPr>
          <a:xfrm>
            <a:off x="1633286" y="3104147"/>
            <a:ext cx="1919037" cy="11369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/>
              <a:t>Contrôle de la vitesse</a:t>
            </a:r>
            <a:endParaRPr lang="en-CA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D435EC-5A5C-ED33-4D27-65F56D053446}"/>
              </a:ext>
            </a:extLst>
          </p:cNvPr>
          <p:cNvSpPr/>
          <p:nvPr/>
        </p:nvSpPr>
        <p:spPr>
          <a:xfrm>
            <a:off x="4646193" y="5091363"/>
            <a:ext cx="1919037" cy="11369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/>
              <a:t>Comparateur et Décision</a:t>
            </a:r>
            <a:endParaRPr lang="en-CA" sz="1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4C54C8-632B-13B1-0124-847880998D9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92805" y="1579144"/>
            <a:ext cx="6517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A4BB43-EC7C-5875-D7C5-3EE301946C8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163553" y="1579144"/>
            <a:ext cx="7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24D719-143B-302C-6029-133EC9F01950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818521" y="1579144"/>
            <a:ext cx="7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2E25D92-EE7A-F155-FF68-70FD7F5C735C}"/>
              </a:ext>
            </a:extLst>
          </p:cNvPr>
          <p:cNvCxnSpPr>
            <a:stCxn id="7" idx="2"/>
            <a:endCxn id="9" idx="3"/>
          </p:cNvCxnSpPr>
          <p:nvPr/>
        </p:nvCxnSpPr>
        <p:spPr>
          <a:xfrm flipH="1">
            <a:off x="6565230" y="2147636"/>
            <a:ext cx="2948741" cy="35122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D7C02A-7B21-48D2-7FB8-5EACFA93AF1E}"/>
              </a:ext>
            </a:extLst>
          </p:cNvPr>
          <p:cNvSpPr/>
          <p:nvPr/>
        </p:nvSpPr>
        <p:spPr>
          <a:xfrm>
            <a:off x="4646192" y="3104147"/>
            <a:ext cx="1919037" cy="11369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/>
              <a:t>Détection de Vitesse</a:t>
            </a:r>
            <a:endParaRPr lang="en-CA" sz="12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91DA97E-CE2F-97C8-86D7-5B50D53BC0FB}"/>
              </a:ext>
            </a:extLst>
          </p:cNvPr>
          <p:cNvCxnSpPr>
            <a:cxnSpLocks/>
            <a:stCxn id="9" idx="1"/>
            <a:endCxn id="8" idx="2"/>
          </p:cNvCxnSpPr>
          <p:nvPr/>
        </p:nvCxnSpPr>
        <p:spPr>
          <a:xfrm flipH="1" flipV="1">
            <a:off x="2592805" y="4241131"/>
            <a:ext cx="2053388" cy="1418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9F74EF-6D20-7750-6041-90799A5C392C}"/>
              </a:ext>
            </a:extLst>
          </p:cNvPr>
          <p:cNvCxnSpPr>
            <a:stCxn id="30" idx="2"/>
            <a:endCxn id="9" idx="0"/>
          </p:cNvCxnSpPr>
          <p:nvPr/>
        </p:nvCxnSpPr>
        <p:spPr>
          <a:xfrm>
            <a:off x="5605711" y="4241131"/>
            <a:ext cx="1" cy="850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EB9177E-9F51-0678-B600-28FD7A937680}"/>
              </a:ext>
            </a:extLst>
          </p:cNvPr>
          <p:cNvCxnSpPr>
            <a:stCxn id="8" idx="3"/>
            <a:endCxn id="30" idx="1"/>
          </p:cNvCxnSpPr>
          <p:nvPr/>
        </p:nvCxnSpPr>
        <p:spPr>
          <a:xfrm>
            <a:off x="3552323" y="3672639"/>
            <a:ext cx="10938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802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Laurent Emond</dc:creator>
  <cp:lastModifiedBy>Laurent Emond</cp:lastModifiedBy>
  <cp:revision>1</cp:revision>
  <dcterms:created xsi:type="dcterms:W3CDTF">2025-11-20T16:39:14Z</dcterms:created>
  <dcterms:modified xsi:type="dcterms:W3CDTF">2025-11-20T16:39:25Z</dcterms:modified>
</cp:coreProperties>
</file>